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66" d="100"/>
          <a:sy n="66" d="100"/>
        </p:scale>
        <p:origin x="90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D757E-6A5F-203D-237E-C2C5BF37F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D42E1A-0997-A188-A31F-B21850C0E7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F093B-28FA-95A8-2997-9C63A4203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30F00-953B-47D2-B92F-F0ED42317E5C}" type="datetimeFigureOut">
              <a:rPr lang="en-US" smtClean="0"/>
              <a:t>09/07/2026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DCF9A9-0AC8-84D9-1BB8-F41594325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F913A-3658-C378-3522-6D88281A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FAFCA-C386-477A-A0DB-CD5E0E8A9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496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F7BD1-9D82-5638-66EF-79E24E8F7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BEF70-B5E1-CE92-8596-86BBBAF4A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70382-33F4-DBB5-D374-ECB30F443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30F00-953B-47D2-B92F-F0ED42317E5C}" type="datetimeFigureOut">
              <a:rPr lang="en-US" smtClean="0"/>
              <a:t>09/07/2026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4FB44-A4FF-689E-FB31-5D84DCA4E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06770-94B4-C19D-CBD6-0DA7A752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FAFCA-C386-477A-A0DB-CD5E0E8A9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26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71825-3BD0-A896-5451-2E1C79C57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DA2C83-FA0D-2261-9B76-048902FED4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264B6-75B6-AE48-D8A6-A7C86B39D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30F00-953B-47D2-B92F-F0ED42317E5C}" type="datetimeFigureOut">
              <a:rPr lang="en-US" smtClean="0"/>
              <a:t>09/07/2026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58A9D-D550-8194-E606-F6944E290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455EB-9608-F481-78B5-8B02D9BCE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FAFCA-C386-477A-A0DB-CD5E0E8A9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721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786FB-386B-59CA-6A8E-73D8B8A8C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F3CA9-014C-EFBC-7C74-88BA90D192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EE36E2-974A-EB25-193E-0B92781BC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3C685E-3D9E-BBAD-2F88-6B2477B0F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30F00-953B-47D2-B92F-F0ED42317E5C}" type="datetimeFigureOut">
              <a:rPr lang="en-US" smtClean="0"/>
              <a:t>09/07/2026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7706C-5845-A601-C4C8-C310F2B70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060A91-2D8E-4329-5620-213AC9D8C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FAFCA-C386-477A-A0DB-CD5E0E8A9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070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5507E-C124-9524-2558-A46D825CF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84108F-C012-D224-6617-36C4E76B2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903109-21F3-E1C4-39B6-E401EB2CED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1D0982-981C-D64B-6B94-28528652B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CC73A1-B15C-3AA1-A26A-98CC756DAA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CD5019-AD69-AF93-3025-477A6E197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30F00-953B-47D2-B92F-F0ED42317E5C}" type="datetimeFigureOut">
              <a:rPr lang="en-US" smtClean="0"/>
              <a:t>09/07/2026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A8AFA5-F916-1830-1C9D-011A9DE6F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0F179E-9F5F-B774-7881-07603B563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FAFCA-C386-477A-A0DB-CD5E0E8A9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324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407DB-A98B-85F6-938A-E99B07C75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94CE30-EFAE-391F-3644-780085745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30F00-953B-47D2-B92F-F0ED42317E5C}" type="datetimeFigureOut">
              <a:rPr lang="en-US" smtClean="0"/>
              <a:t>09/07/2026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CCF5AD-7E97-6E11-FD18-4A643C6EC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1F459D-4FD0-C880-CC8A-A67C2E6B2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FAFCA-C386-477A-A0DB-CD5E0E8A9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799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5DEFA8-AFE4-E7DF-E31E-373168F50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30F00-953B-47D2-B92F-F0ED42317E5C}" type="datetimeFigureOut">
              <a:rPr lang="en-US" smtClean="0"/>
              <a:t>09/07/2026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60495F-7E14-69BD-C559-5AE8853CD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033E00-7494-CBD2-3F69-D0BC1A571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FAFCA-C386-477A-A0DB-CD5E0E8A9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133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D8D78-D714-6D41-158C-B41088592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BC5DE-8660-045A-8A21-FB8FE770F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50FD44-F309-632B-5309-7DA5C58FFF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66CB8E-2933-E501-B57A-F8BD9B40A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30F00-953B-47D2-B92F-F0ED42317E5C}" type="datetimeFigureOut">
              <a:rPr lang="en-US" smtClean="0"/>
              <a:t>09/07/2026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9E64C1-4156-BEEC-83EB-87070A40B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539C11-2254-BB1D-52BB-5BBFB9C56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FAFCA-C386-477A-A0DB-CD5E0E8A9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333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E158E-FC3A-BC47-9AC1-A232D2F48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07922B-812D-BCA7-6217-86F92F0625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44AC50-7BA1-8A58-AFF4-184B595C7F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68C52A-D84B-4E9F-6805-5520230FE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30F00-953B-47D2-B92F-F0ED42317E5C}" type="datetimeFigureOut">
              <a:rPr lang="en-US" smtClean="0"/>
              <a:t>09/07/2026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D97E83-4BDC-396E-5999-6AA36FAF5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57F46C-3256-CB28-C07C-2E446CC86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FAFCA-C386-477A-A0DB-CD5E0E8A9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99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AFFCA-E241-FD06-58CC-755648AE0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82C01A-3EDD-9C94-AF8A-3F8270BEAE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0C7FB-9BF6-FE64-DFD2-4EA169444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30F00-953B-47D2-B92F-F0ED42317E5C}" type="datetimeFigureOut">
              <a:rPr lang="en-US" smtClean="0"/>
              <a:t>09/07/2026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AEC49-22F3-B072-922C-07398E9B6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E830D-55B5-AF6B-2E99-4829A6C5A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FAFCA-C386-477A-A0DB-CD5E0E8A9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568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AC3F98-4D5F-7E4E-7A05-F64A37B602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58EF48-D31D-CC39-DB2C-21DAA9D5D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6D260-6630-28BF-F9DD-E252831D9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30F00-953B-47D2-B92F-F0ED42317E5C}" type="datetimeFigureOut">
              <a:rPr lang="en-US" smtClean="0"/>
              <a:t>09/07/2026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D9329-4B0F-3B9F-797C-BA8FA740A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BD7F3-D8DF-CCBC-AE2D-60AA81237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FAFCA-C386-477A-A0DB-CD5E0E8A9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36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D936F2-6969-1C44-62DF-28E289403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7CC3ED-9DDF-A9B0-35EE-A6656F5150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F3E9C-14A7-7A2B-1AFF-04CC67540E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930F00-953B-47D2-B92F-F0ED42317E5C}" type="datetimeFigureOut">
              <a:rPr lang="en-US" smtClean="0"/>
              <a:t>09/07/2026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DAA53-AB5E-1FC5-6366-8C46D5F22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B7E91-2009-C4EF-FDD3-DFC00B1C11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3FAFCA-C386-477A-A0DB-CD5E0E8A9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724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BEF1BA-2552-6032-29FF-2F40B3F81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4303" y="-24920"/>
            <a:ext cx="12280605" cy="6907840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E137F11C-2903-6CCE-E0DB-806010889CFB}"/>
              </a:ext>
            </a:extLst>
          </p:cNvPr>
          <p:cNvSpPr txBox="1">
            <a:spLocks/>
          </p:cNvSpPr>
          <p:nvPr/>
        </p:nvSpPr>
        <p:spPr>
          <a:xfrm>
            <a:off x="1906772" y="4579257"/>
            <a:ext cx="8378456" cy="168048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540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RBC Display" panose="02000000000000000000" pitchFamily="2" charset="0"/>
                <a:cs typeface="Poppins SemiBold" pitchFamily="2" charset="77"/>
              </a:rPr>
              <a:t>RBC Performance Gala </a:t>
            </a:r>
            <a:r>
              <a:rPr lang="en-US" sz="5400" b="1">
                <a:solidFill>
                  <a:srgbClr val="FFFFDA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RBC Display" panose="02000000000000000000" pitchFamily="2" charset="0"/>
                <a:cs typeface="Poppins SemiBold" pitchFamily="2" charset="77"/>
              </a:rPr>
              <a:t>2026</a:t>
            </a:r>
            <a:endParaRPr lang="fr-CA" sz="5400" b="1">
              <a:solidFill>
                <a:srgbClr val="FFFFDA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latin typeface="RBC Display" panose="02000000000000000000" pitchFamily="2" charset="0"/>
              <a:cs typeface="Poppins Medium" pitchFamily="2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8B5C68-2B38-B028-528B-64797DA865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1914" r="88517">
                        <a14:foregroundMark x1="11962" y1="78838" x2="68421" y2="78008"/>
                        <a14:foregroundMark x1="11483" y1="87137" x2="68900" y2="83402"/>
                        <a14:foregroundMark x1="67464" y1="91701" x2="66986" y2="65975"/>
                        <a14:foregroundMark x1="74641" y1="71369" x2="72727" y2="81743"/>
                        <a14:foregroundMark x1="7656" y1="70954" x2="28708" y2="7385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3714" y="2007884"/>
            <a:ext cx="732778" cy="844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109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RBC Display</vt:lpstr>
      <vt:lpstr>Office Theme</vt:lpstr>
      <vt:lpstr>PowerPoint Presentation</vt:lpstr>
    </vt:vector>
  </TitlesOfParts>
  <Company>Royal Bank of Canada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Ibrahim, Peter</dc:creator>
  <cp:lastModifiedBy>Ibrahim, Peter</cp:lastModifiedBy>
  <cp:revision>1</cp:revision>
  <dcterms:created xsi:type="dcterms:W3CDTF">2026-09-07T14:34:27Z</dcterms:created>
  <dcterms:modified xsi:type="dcterms:W3CDTF">2026-09-07T14:41:22Z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8f99e99-9b44-4087-9344-0482001c1f1a_Enabled">
    <vt:lpwstr>true</vt:lpwstr>
  </property>
  <property fmtid="{D5CDD505-2E9C-101B-9397-08002B2CF9AE}" pid="3" name="MSIP_Label_b8f99e99-9b44-4087-9344-0482001c1f1a_Method">
    <vt:lpwstr>Privileged</vt:lpwstr>
  </property>
  <property fmtid="{D5CDD505-2E9C-101B-9397-08002B2CF9AE}" pid="4" name="MSIP_Label_b8f99e99-9b44-4087-9344-0482001c1f1a_SiteId">
    <vt:lpwstr>9323b596-236d-4890-bed3-60232a849027</vt:lpwstr>
  </property>
  <property fmtid="{D5CDD505-2E9C-101B-9397-08002B2CF9AE}" pid="5" name="Classification">
    <vt:lpwstr>TT_Public</vt:lpwstr>
  </property>
</Properties>
</file>